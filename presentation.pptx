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Физические проблемы и ограничения развития компьютерных технологий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Почему развитие компьютеров не может быть бесконечным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Введение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Компьютерные технологии развиваются очень быстро.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Растёт производительность и объём памяти.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Устройства становятся меньше и быстрее.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Но развитие упирается в физические пределы, которые нельзя игнорировать.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Миниатюризация элементов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Основа современных компьютеров — транзисторы.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С каждым поколением их размеры уменьшаются.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При слишком малых размерах возникают утечки тока.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Растут нестабильность сигналов и вероятность ошибок.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Тепловыделение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Чем выше скорость работы процессора, тем больше выделяется тепла.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Перегрев снижает надёжность компонентов.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Требуются более сложные системы охлаждения.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Поэтому рост идёт не только через частоту, но и через многоядерность.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Квантовые эффекты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На размерах в несколько нанометров проявляются квантовые явления.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Электроны могут «просачиваться» через барьеры.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Управление током становится менее точным.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Классические методы проектирования работают хуже.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Ограничения материалов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Кремний долгое время остаётся главным материалом микроэлектроники.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Но у него есть пределы по проводимости и потерям энергии.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Дальнейшее уменьшение размеров становится сложнее.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Поэтому изучаются графен, арсенид галлия и углеродные нанотрубки.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Энергопотребление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Современные вычислительные системы требуют всё больше энергии.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Это увеличивает стоимость работы дата-центров.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Появляются экологические и инфраструктурные ограничения.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Энергоэффективность становится одной из главных задач отрасли.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Ограничения скорости передачи данных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Важна не только скорость вычислений, но и скорость обмена данными.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Ограничения возникают между ядрами, памятью и устройствами.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На передачу влияют свойства проводников и длина соединений.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В пределе системы ограничены даже скоростью света.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Возможные пути решения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Многоядерные процессоры и параллельные вычисления.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Квантовые и оптические вычислительные технологии.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Новые полупроводниковые материалы.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Более эффективные системы охлаждения и энергосбережения.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Развитие компьютерных технологий сталкивается с серьёзными физическими пределами.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К ним относятся миниатюризация, тепло, квантовые эффекты, материалы и энергия.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Будущее вычислительной техники связано не только с уменьшением размеров.</a:t>
            </a:r>
          </a:p>
          <a:p>
            <a:pPr>
              <a:spcAft>
                <a:spcPts val="800"/>
              </a:spcAft>
              <a:defRPr sz="2000">
                <a:solidFill>
                  <a:srgbClr val="282828"/>
                </a:solidFill>
              </a:defRPr>
            </a:pPr>
            <a:r>
              <a:t>Ключевую роль сыграют новые принципы и новые технологии.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600" b="1">
                <a:solidFill>
                  <a:srgbClr val="1F4E79"/>
                </a:solidFill>
              </a:defRPr>
            </a:pPr>
            <a:r>
              <a:t>Спасибо за внимание!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82828"/>
                </a:solidFill>
              </a:defRPr>
            </a:pPr>
            <a:r>
              <a:t>Готовая .pptx-версия презентации.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Физические проблемы и ограничения развития компьютерных технологий</dc:title>
  <dc:subject>Презентация</dc:subject>
  <dc:creator>GitHub Copilot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ru-RU</dc:language>
</cp:coreProperties>
</file>